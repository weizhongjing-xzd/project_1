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028551"/>
            <a:ext cx="746150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948"/>
              </a:spcBef>
              <a:spcAft>
                <a:spcPts val="2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人工智能助手的未来发展趋势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810000" y="2819251"/>
            <a:ext cx="1524000" cy="50750"/>
          </a:xfrm>
          <a:prstGeom prst="roundRect">
            <a:avLst>
              <a:gd name="adj" fmla="val 5004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1248" y="3149352"/>
            <a:ext cx="74615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4000"/>
              </a:spcAft>
              <a:buNone/>
            </a:pPr>
            <a:r>
              <a:rPr lang="en-US" sz="2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从「智能问答」到「自主协作伙伴」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4019252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演讲者：XXX ｜ 日期：2026.XX.XX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08324"/>
            <a:ext cx="238348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78"/>
              </a:spcBef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307345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84550" y="1261467"/>
            <a:ext cx="4673650" cy="26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96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pPr algn="l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助手发展现状与核心特征</a:t>
            </a:r>
            <a:endParaRPr lang="en-US" sz="2200" dirty="0"/>
          </a:p>
          <a:p>
            <a:pPr algn="l" marL="342900" indent="-342900">
              <a:lnSpc>
                <a:spcPts val="396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pPr algn="l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未来技术演进与能力边界扩展</a:t>
            </a:r>
            <a:endParaRPr lang="en-US" sz="2200" dirty="0"/>
          </a:p>
          <a:p>
            <a:pPr algn="l" marL="342900" indent="-342900">
              <a:lnSpc>
                <a:spcPts val="396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pPr algn="l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场景落地、商业模式与治理思考</a:t>
            </a:r>
            <a:endParaRPr lang="en-US" sz="2200" dirty="0"/>
          </a:p>
          <a:p>
            <a:pPr algn="l" marL="342900" indent="-342900">
              <a:lnSpc>
                <a:spcPts val="396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pPr algn="l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4298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5375" y="971550"/>
            <a:ext cx="474116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2010"/>
              </a:spcAft>
              <a:buNone/>
            </a:pPr>
            <a:r>
              <a:rPr lang="en-US" sz="3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助手发展现状与核心特征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9701" y="1950690"/>
            <a:ext cx="7518499" cy="224775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从规则到大模型：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从「规则驱动」走向「大模型驱动」，理解力与生成能力显著提升。</a:t>
            </a:r>
            <a:endParaRPr lang="en-US" sz="18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形态多元：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聊天机器人、办公助手、开发助手、行业垂直助手等多种形态并存。</a:t>
            </a:r>
            <a:endParaRPr lang="en-US" sz="18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核心价值：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提升工作与创作效率，降低认知负担，辅助分析与决策。</a:t>
            </a:r>
            <a:endParaRPr lang="en-US" sz="18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现实局限：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事实准确性、可控性、一致人格与长期记忆仍是关键挑战。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42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95400" y="814983"/>
            <a:ext cx="4420553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1742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未来技术演进与能力边界扩展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36216"/>
            <a:ext cx="3962400" cy="284410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多模态与多工具协同：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同时理解文本、语音、图像、视频，并主动调用外部工具。</a:t>
            </a:r>
            <a:endParaRPr lang="en-US" sz="1600" dirty="0"/>
          </a:p>
          <a:p>
            <a:pPr algn="l" marL="152400" indent="-152400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更强代理能力：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具备目标拆解、长期规划与自主执行复杂任务的能力。</a:t>
            </a:r>
            <a:endParaRPr lang="en-US" sz="1600" dirty="0"/>
          </a:p>
          <a:p>
            <a:pPr algn="l" marL="152400" indent="-152400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个性化与长期记忆：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基于用户画像与历史行为持续学习，行为更稳定、一致。</a:t>
            </a:r>
            <a:endParaRPr lang="en-US" sz="1600" dirty="0"/>
          </a:p>
          <a:p>
            <a:pPr algn="l" marL="152400" indent="-152400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端云协同与隐私计算：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更多推理在本地终端完成，敏感数据最小化外传。</a:t>
            </a:r>
            <a:endParaRPr lang="en-US" sz="1600" dirty="0"/>
          </a:p>
          <a:p>
            <a:pPr algn="l" marL="152400" indent="-152400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安全与可控：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对齐、审计、追踪与可解释成为产品级基础设施。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81600" y="1636216"/>
            <a:ext cx="3048000" cy="2913459"/>
          </a:xfrm>
          <a:prstGeom prst="roundRect">
            <a:avLst>
              <a:gd name="adj" fmla="val 435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84750" y="2017068"/>
            <a:ext cx="2694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助手能力演进路径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84750" y="2410718"/>
            <a:ext cx="1584127" cy="311051"/>
          </a:xfrm>
          <a:prstGeom prst="roundRect">
            <a:avLst>
              <a:gd name="adj" fmla="val 407884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95776" y="2470993"/>
            <a:ext cx="1389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被动问答 → 主动建议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84750" y="2823270"/>
            <a:ext cx="1584127" cy="311051"/>
          </a:xfrm>
          <a:prstGeom prst="roundRect">
            <a:avLst>
              <a:gd name="adj" fmla="val 407884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95776" y="2883545"/>
            <a:ext cx="1389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单轮交互 → 长期会话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84750" y="3235821"/>
            <a:ext cx="1584127" cy="311051"/>
          </a:xfrm>
          <a:prstGeom prst="roundRect">
            <a:avLst>
              <a:gd name="adj" fmla="val 407884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95776" y="3296096"/>
            <a:ext cx="1389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单一任务 → 任务编排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84750" y="3648373"/>
            <a:ext cx="1727002" cy="311051"/>
          </a:xfrm>
          <a:prstGeom prst="roundRect">
            <a:avLst>
              <a:gd name="adj" fmla="val 407884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95776" y="3708648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 → 自动工作流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84750" y="4060924"/>
            <a:ext cx="2222302" cy="311051"/>
          </a:xfrm>
          <a:prstGeom prst="roundRect">
            <a:avLst>
              <a:gd name="adj" fmla="val 407884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95776" y="4121200"/>
            <a:ext cx="2040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「一个助手」→「助手群协作」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780" y="970062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1331" y="898624"/>
            <a:ext cx="47605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1742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场景落地、商业模式与治理思考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780" y="1719858"/>
            <a:ext cx="882551" cy="625376"/>
          </a:xfrm>
          <a:prstGeom prst="roundRect">
            <a:avLst>
              <a:gd name="adj" fmla="val 2028748"/>
            </a:avLst>
          </a:prstGeom>
          <a:solidFill>
            <a:srgbClr val="F4FDFD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2256" y="1932533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工作场景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5282" y="1719858"/>
            <a:ext cx="882551" cy="625376"/>
          </a:xfrm>
          <a:prstGeom prst="roundRect">
            <a:avLst>
              <a:gd name="adj" fmla="val 2028748"/>
            </a:avLst>
          </a:prstGeom>
          <a:solidFill>
            <a:srgbClr val="F4FDFD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51757" y="1932533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24783" y="1719858"/>
            <a:ext cx="882551" cy="625376"/>
          </a:xfrm>
          <a:prstGeom prst="roundRect">
            <a:avLst>
              <a:gd name="adj" fmla="val 2028748"/>
            </a:avLst>
          </a:prstGeom>
          <a:solidFill>
            <a:srgbClr val="F4FDFD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61258" y="1932533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34284" y="1719858"/>
            <a:ext cx="882551" cy="625376"/>
          </a:xfrm>
          <a:prstGeom prst="roundRect">
            <a:avLst>
              <a:gd name="adj" fmla="val 2028748"/>
            </a:avLst>
          </a:prstGeom>
          <a:solidFill>
            <a:srgbClr val="F4FDFD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70759" y="1932533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3785" y="1719858"/>
            <a:ext cx="1034951" cy="625376"/>
          </a:xfrm>
          <a:prstGeom prst="roundRect">
            <a:avLst>
              <a:gd name="adj" fmla="val 2028748"/>
            </a:avLst>
          </a:prstGeom>
          <a:solidFill>
            <a:srgbClr val="F4FDFD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80261" y="1932533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治理与伦理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780" y="2421434"/>
            <a:ext cx="3413671" cy="199385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工作场景：</a:t>
            </a:r>
            <a:pPr algn="l" indent="0" marL="0">
              <a:lnSpc>
                <a:spcPts val="255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文档撰写、代码开发、数据分析、会议纪要与决策辅助。</a:t>
            </a:r>
            <a:endParaRPr lang="en-US" sz="1700" dirty="0"/>
          </a:p>
          <a:p>
            <a:pPr algn="l" marL="139700" indent="-1397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行业场景：</a:t>
            </a:r>
            <a:pPr algn="l" indent="0" marL="0">
              <a:lnSpc>
                <a:spcPts val="255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金融顾问、医疗辅助、教育陪练、政务服务、智能客服等。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24251" y="2421434"/>
            <a:ext cx="3413820" cy="199385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组织变革：</a:t>
            </a:r>
            <a:pPr algn="l" indent="0" marL="0">
              <a:lnSpc>
                <a:spcPts val="255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人机协作分工重构，「人做决策，AI 做推演与执行」。</a:t>
            </a:r>
            <a:endParaRPr lang="en-US" sz="1700" dirty="0"/>
          </a:p>
          <a:p>
            <a:pPr algn="l" marL="139700" indent="-1397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治理与伦理：</a:t>
            </a:r>
            <a:pPr algn="l" indent="0" marL="0">
              <a:lnSpc>
                <a:spcPts val="255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隐私保护、算法偏见、责任归属与合规审查、监管趋势等。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4458" y="338286"/>
            <a:ext cx="727493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76"/>
              </a:spcBef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63901" y="99223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05780" y="1271588"/>
            <a:ext cx="7132290" cy="234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8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助手正在从「问答工具」演进为「智能协作伙伴」与「数字劳动力」。</a:t>
            </a:r>
            <a:endParaRPr lang="en-US" sz="1800" dirty="0"/>
          </a:p>
          <a:p>
            <a:pPr algn="l" marL="342900" indent="-342900">
              <a:lnSpc>
                <a:spcPts val="288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技术、场景与治理三者必须协同演进，才能释放长期可持续的价值。</a:t>
            </a:r>
            <a:endParaRPr lang="en-US" sz="1800" dirty="0"/>
          </a:p>
          <a:p>
            <a:pPr algn="l" marL="342900" indent="-342900">
              <a:lnSpc>
                <a:spcPts val="288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未来竞争焦点将从「模型能力」转向「体验、信任与生态构建」。</a:t>
            </a:r>
            <a:endParaRPr lang="en-US" sz="1800" dirty="0"/>
          </a:p>
          <a:p>
            <a:pPr algn="l" marL="342900" indent="-342900">
              <a:lnSpc>
                <a:spcPts val="288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个人与组织需要学会与 AI 助手「共事」，重新设计工作流与角色分工。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4458" y="3922663"/>
            <a:ext cx="72749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人类负责定义方向，AI 助手负责探索路径与高效执行。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4458" y="4395639"/>
            <a:ext cx="72749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谢谢大家！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人工智能助手的未来发展趋势</dc:title>
  <dc:subject>PptxGenJS Presentation</dc:subject>
  <dc:creator>AI Assistant</dc:creator>
  <cp:lastModifiedBy>AI Assistant</cp:lastModifiedBy>
  <cp:revision>1</cp:revision>
  <dcterms:created xsi:type="dcterms:W3CDTF">2026-01-27T10:00:26Z</dcterms:created>
  <dcterms:modified xsi:type="dcterms:W3CDTF">2026-01-27T10:00:26Z</dcterms:modified>
</cp:coreProperties>
</file>